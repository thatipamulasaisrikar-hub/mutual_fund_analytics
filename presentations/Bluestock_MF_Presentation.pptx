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Fund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Capstone Project</a:t>
            </a:r>
          </a:p>
          <a:p>
            <a:r>
              <a:t>Sai Srikar Thatipamula</a:t>
            </a:r>
          </a:p>
          <a:p>
            <a:r>
              <a:t>Bluestock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ETL pipeline</a:t>
            </a:r>
          </a:p>
          <a:p>
            <a:r>
              <a:t>Perform financial analytics</a:t>
            </a:r>
          </a:p>
          <a:p>
            <a:r>
              <a:t>Analyze investor behavior</a:t>
            </a:r>
          </a:p>
          <a:p>
            <a:r>
              <a:t>Develop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 History Dataset</a:t>
            </a:r>
          </a:p>
          <a:p>
            <a:r>
              <a:t>Investor Transactions Dataset</a:t>
            </a:r>
          </a:p>
          <a:p>
            <a:r>
              <a:t>Scheme Performance Dataset</a:t>
            </a:r>
          </a:p>
          <a:p>
            <a:r>
              <a:t>Portfolio Holdings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Validation → Cleaning → SQLite → Analytics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 Trend Analysis</a:t>
            </a:r>
          </a:p>
          <a:p>
            <a:r>
              <a:t>AUM Growth Analysis</a:t>
            </a:r>
          </a:p>
          <a:p>
            <a:r>
              <a:t>Market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SIP Trends</a:t>
            </a:r>
          </a:p>
          <a:p>
            <a:r>
              <a:t>Investor Demographics</a:t>
            </a:r>
          </a:p>
          <a:p>
            <a:r>
              <a:t>Geographic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</a:t>
            </a:r>
          </a:p>
          <a:p>
            <a:r>
              <a:t>Sharpe Ratio</a:t>
            </a:r>
          </a:p>
          <a:p>
            <a:r>
              <a:t>Sortino Ratio</a:t>
            </a:r>
          </a:p>
          <a:p>
            <a:r>
              <a:t>Fund Scorecard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</a:t>
            </a:r>
          </a:p>
          <a:p>
            <a:r>
              <a:t>CVaR</a:t>
            </a:r>
          </a:p>
          <a:p>
            <a:r>
              <a:t>Rolling Sharpe Ratio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Overview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 Performance</a:t>
            </a:r>
          </a:p>
          <a:p>
            <a:r>
              <a:t>Investor Analytics</a:t>
            </a:r>
          </a:p>
          <a:p>
            <a:r>
              <a:t>SIP &amp; Market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funds identified</a:t>
            </a:r>
          </a:p>
          <a:p>
            <a:r>
              <a:t>SIP growth observed</a:t>
            </a:r>
          </a:p>
          <a:p>
            <a:r>
              <a:t>Investor insights generated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completed successfully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